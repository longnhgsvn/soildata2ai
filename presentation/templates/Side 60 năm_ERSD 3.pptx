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970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D254-5711-623A-9C79-7EBACAC59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2EAAF-26B1-BE12-D1B8-C3FD2F786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DFAC3-CB58-5346-F735-196F2D67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F6B97-EB02-98A5-AF15-8F929646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60C8D-DAFD-625C-4428-71136C95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6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9C11-E802-9FFD-4327-7ADA1F89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1C20-D403-EFB1-4326-0B3FCF9D2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A6BA8-33E7-507A-AF86-05863C48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44E14-EF27-D819-02D1-21B32F02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AB041-7A2A-C77A-3D33-CFEEAD52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96B7-F2EA-A7D9-56D6-583DA40C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475F8-2930-28D7-995A-6BC5A4132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C1CE2-E20D-C552-B3F1-F5FCF09F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0FB77-6C99-A6F5-A295-F4D071CD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516D-F70C-0626-BD04-B9E500BC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0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BD36-F28A-0CF2-6A91-0E56E30F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6CB0-CF75-459C-BC1B-02384BC9C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9E26F-CC93-A38D-1390-A4B9C0EE8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77F28-43D5-ACDA-6B3D-D755609C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DE3B0-F920-3CFF-90F6-400CCD59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B5531-73AD-C84F-EEC9-C7E44078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4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C281-02CE-5903-8DEB-2CD1588F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5843C-2FF8-E2B8-1BFF-6F37ECE4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2B4EC-DD50-AF2F-2E01-E48D5A066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1E65B-5E86-C274-6256-C9613D4C6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0B045-341E-8113-C2FE-AE6FDB7EB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705E3-3E74-440D-4D1A-208DA99C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8A616-D836-1119-4A25-F339E02B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A0250-38E2-751E-EDA7-569ECAF3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F3BB-E6AB-C132-1194-E3F80228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F4F55-9AB8-ECE2-92BA-6B4C19CE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C4BF7-A05F-DAF6-E075-5E45A2A5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5DD64-8258-02FD-7768-3569FF35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0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63C46-D120-1A58-3D1D-80110A57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744D7-00FE-4364-D4F5-3FF03702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A93E6-63BC-9D87-D6EE-9F8B0102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5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CED2-6421-4DAE-BF25-8DFBA216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6AA9D-9E17-ACF2-1369-F2FF453A8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47989-B80A-4EB6-99A1-BFCFFA86A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18FC1-64D7-313F-7930-679E9B88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DABBE-647D-B712-E2DC-4B72A4F3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A7EA2-D9A1-3E24-16C4-2D977B2C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30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173A-6591-7EE1-732A-636A28E5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064CE-6D9B-CCE2-D7DA-C84E1BB15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3FE9F-25EB-D0F5-3EE8-DCFFD63AE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174CB-D282-43E4-6AD0-55F1034D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12CC6-EF5B-973B-B6EF-5490D029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39DA6-7AA4-1529-DE67-F85CB3A0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3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9B5D-0992-86C6-94EB-6AEC687A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343F3-F9AF-C10C-FE8E-1B0DF177A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E6F5-F189-3586-B96F-88BE4C34B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4FD2B-C327-7F7C-6DF9-B47B5EF5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B45E-4E9B-CBC4-AE67-ADF84885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7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4D9E24-0849-98BF-A5BD-6A6172A96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B5BB5-6DC6-46C1-2D8B-C1E4CE241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B7FC9-B4B6-690A-E276-43F953C1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E0EA-615A-465C-429F-88133542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94640-B2C9-86A8-34C9-67EF9DFA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3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CE601-00E5-5041-C358-6A99814C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A1F4-38CE-505C-009F-24F9BFE0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2BB8B-A1A0-453B-DBB9-0F4F1EC66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22EB3-1424-4A30-86F4-F49425FE81E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4853-67FF-02D1-6F17-ED370C7AC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304E4-4277-7022-F1E0-2C570EC3F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50D5D-6339-499E-9A71-C9179A69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3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E71752-1DBF-C8E5-C4A9-EBC804577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hỗ dành sẵn cho Nội dung 4" descr="Ảnh có chứa vòng tròn, biểu tượng, Đồ họa, thiết kế&#10;&#10;Mô tả được tạo tự động">
            <a:extLst>
              <a:ext uri="{FF2B5EF4-FFF2-40B4-BE49-F238E27FC236}">
                <a16:creationId xmlns:a16="http://schemas.microsoft.com/office/drawing/2014/main" id="{8FBE0313-09EC-F357-36E7-6F196B360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720"/>
            <a:ext cx="12192000" cy="6860836"/>
          </a:xfr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BE137890-8D10-9007-3D8D-21349B5D85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" t="11182" r="9023" b="13175"/>
          <a:stretch/>
        </p:blipFill>
        <p:spPr bwMode="auto">
          <a:xfrm>
            <a:off x="416560" y="314325"/>
            <a:ext cx="1682820" cy="11070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643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HOẠ MY</dc:creator>
  <cp:lastModifiedBy>Phong Khoa hoc Cong nghe</cp:lastModifiedBy>
  <cp:revision>7</cp:revision>
  <dcterms:created xsi:type="dcterms:W3CDTF">2023-11-21T03:01:57Z</dcterms:created>
  <dcterms:modified xsi:type="dcterms:W3CDTF">2026-10-18T18:56:09Z</dcterms:modified>
</cp:coreProperties>
</file>